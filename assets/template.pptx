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43800" y="2148840"/>
            <a:ext cx="1371600" cy="1371600"/>
          </a:xfrm>
          <a:prstGeom prst="ellipse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194560"/>
            <a:ext cx="6583680" cy="14630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794760"/>
            <a:ext cx="6400800" cy="73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66928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5912" cy="22860"/>
          </a:xfrm>
          <a:prstGeom prst="rect">
            <a:avLst/>
          </a:prstGeom>
          <a:solidFill>
            <a:srgbClr val="E2E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502920"/>
            <a:ext cx="10058400" cy="685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240" y="1508760"/>
            <a:ext cx="10607040" cy="4572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880360"/>
            <a:ext cx="128016" cy="1097280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2651760"/>
            <a:ext cx="9418320" cy="155448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057400"/>
            <a:ext cx="9418320" cy="5486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66928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5912" cy="22860"/>
          </a:xfrm>
          <a:prstGeom prst="rect">
            <a:avLst/>
          </a:prstGeom>
          <a:solidFill>
            <a:srgbClr val="E2E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502920"/>
            <a:ext cx="10058400" cy="685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34456" y="2331720"/>
            <a:ext cx="310896" cy="310896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2788920"/>
            <a:ext cx="9445752" cy="12801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