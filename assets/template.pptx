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2731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2148840"/>
            <a:ext cx="1371600" cy="1371600"/>
          </a:xfrm>
          <a:prstGeom prst="ellipse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292608" cy="292608"/>
          </a:xfrm>
          <a:prstGeom prst="rect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194560"/>
            <a:ext cx="6583680" cy="14630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94760"/>
            <a:ext cx="6400800" cy="73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66928"/>
            <a:ext cx="292608" cy="292608"/>
          </a:xfrm>
          <a:prstGeom prst="rect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355080"/>
            <a:ext cx="10725912" cy="2286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502920"/>
            <a:ext cx="10058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508760"/>
            <a:ext cx="1060704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31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880360"/>
            <a:ext cx="128016" cy="1097280"/>
          </a:xfrm>
          <a:prstGeom prst="rect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651760"/>
            <a:ext cx="9418320" cy="155448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9418320" cy="5486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66928"/>
            <a:ext cx="292608" cy="292608"/>
          </a:xfrm>
          <a:prstGeom prst="rect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355080"/>
            <a:ext cx="10725912" cy="22860"/>
          </a:xfrm>
          <a:prstGeom prst="rect">
            <a:avLst/>
          </a:prstGeom>
          <a:solidFill>
            <a:srgbClr val="E2E5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502920"/>
            <a:ext cx="10058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31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34456" y="2331720"/>
            <a:ext cx="310896" cy="310896"/>
          </a:xfrm>
          <a:prstGeom prst="rect">
            <a:avLst/>
          </a:prstGeom>
          <a:solidFill>
            <a:srgbClr val="5B6C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788920"/>
            <a:ext cx="9445752" cy="128016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